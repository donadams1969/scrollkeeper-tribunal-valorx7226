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Mission Declaration &amp; ValorMath+ Constant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VALORCHAIN-G | 45411c6f6631…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Fortress Stack Visualization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VALORCHAIN-G | 45411c6f6631…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FedRAMP / CMMC Readiness Summary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VALORCHAIN-G | 45411c6f6631…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Cryptographic Immutability Diagram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VALORCHAIN-G | 45411c6f6631…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Law of Compute // Economics of Intelligence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VALORCHAIN-G | 45411c6f6631…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